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rgbClr val="C98A1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Interest match</c:v>
                  </c:pt>
                  <c:pt idx="1">
                    <c:v>Skill match</c:v>
                  </c:pt>
                  <c:pt idx="2">
                    <c:v>Branch match</c:v>
                  </c:pt>
                  <c:pt idx="3">
                    <c:v>Education match</c:v>
                  </c:pt>
                  <c:pt idx="4">
                    <c:v>Goal alignment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</c:v>
                </c:pt>
                <c:pt idx="1">
                  <c:v>30</c:v>
                </c:pt>
                <c:pt idx="2">
                  <c:v>20</c:v>
                </c:pt>
                <c:pt idx="3">
                  <c:v>5</c:v>
                </c:pt>
                <c:pt idx="4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8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1005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3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3716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CareerLens</a:t>
            </a:r>
            <a:endParaRPr lang="en-US" sz="5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423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3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Career Recommendation Platform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14400" y="3108960"/>
            <a:ext cx="1097280" cy="45720"/>
          </a:xfrm>
          <a:prstGeom prst="rect">
            <a:avLst/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3291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Personalized, explainable career guidance for engineering students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3891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 |  Express  |  SQLite  |  CareerIQ Web Interface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AND OBJECTIVES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22960" cy="45720"/>
          </a:xfrm>
          <a:prstGeom prst="rect">
            <a:avLst/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CareerLens  |  AI Career Recommendation Platform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508760"/>
            <a:ext cx="8046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20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struggle to choose the right career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20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personalized guidance and industry awareness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20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Unaware of required skills; cannot see which skills they have or lack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20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is generic, with no clear learning path to job-ready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AND OBJECTIVES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22960" cy="45720"/>
          </a:xfrm>
          <a:prstGeom prst="rect">
            <a:avLst/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CareerLens  |  AI Career Recommendation Platform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508760"/>
            <a:ext cx="8046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20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education, branch, year, skills, interests and goal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20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top three careers with a weighted, explainable model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20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match %, confidence level and reasons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20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existing and missing skills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20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roadmap, projects and internship checklist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20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every assessment and report analytics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VS PROPOSED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22960" cy="45720"/>
          </a:xfrm>
          <a:prstGeom prst="rect">
            <a:avLst/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CareerLens  |  AI Career Recommendation Platform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560320"/>
                <a:gridCol w="34747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 Guidance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CareerLens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advice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Skills, interests, branch, education, goal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Explanation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Rarely given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Reasons listed for every match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Skill-gap analysis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available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and missing skills shown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path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structured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Eight-step roadmap per career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keeping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Saved in SQLite database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AND MODULES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22960" cy="45720"/>
          </a:xfrm>
          <a:prstGeom prst="rect">
            <a:avLst/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CareerLens  |  AI Career Recommendation Platform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2377440" cy="594360"/>
          </a:xfrm>
          <a:prstGeom prst="rect">
            <a:avLst/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14630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926080" y="1463040"/>
            <a:ext cx="5669280" cy="5943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108960" y="146304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frontend/index.html: profile form, dashboard, recommendations, roadmap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20574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2240280"/>
            <a:ext cx="2377440" cy="594360"/>
          </a:xfrm>
          <a:prstGeom prst="rect">
            <a:avLst/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22402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926080" y="2240280"/>
            <a:ext cx="5669280" cy="5943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108960" y="224028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backend/server.js: Express routes, validation, CORS, logging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28346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3017520"/>
            <a:ext cx="2377440" cy="594360"/>
          </a:xfrm>
          <a:prstGeom prst="rect">
            <a:avLst/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0175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Layer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926080" y="3017520"/>
            <a:ext cx="5669280" cy="5943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108960" y="301752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recommendationEngine.js and careerData.js: scoring, skill gap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3611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3794760"/>
            <a:ext cx="2377440" cy="594360"/>
          </a:xfrm>
          <a:prstGeom prst="rect">
            <a:avLst/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37947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926080" y="3794760"/>
            <a:ext cx="5669280" cy="5943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108960" y="379476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database.js: SQLite assessments table and analytics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AND MODULES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22960" cy="45720"/>
          </a:xfrm>
          <a:prstGeom prst="rect">
            <a:avLst/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CareerLens  |  AI Career Recommendation Platform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508760"/>
            <a:ext cx="8046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20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Profile: collects and stores profile details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20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readiness, skills, streak, matches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20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Engine: scores 11 careers, returns top 3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20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 Analysis: existing vs missing skills, coverage %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20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and Opportunities: learning path, internships, projects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20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and Analytics: saves and analyzes assessments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ALGORITHM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Model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22960" cy="45720"/>
          </a:xfrm>
          <a:prstGeom prst="rect">
            <a:avLst/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CareerLens  |  AI Career Recommendation Platform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417320"/>
          <a:ext cx="80467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ALGORITHM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Steps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22960" cy="45720"/>
          </a:xfrm>
          <a:prstGeom prst="rect">
            <a:avLst/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CareerLens  |  AI Career Recommendation Platform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508760"/>
            <a:ext cx="8046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8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text; split skills and interests into unique lists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8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full-string matching: "C" never matches "C++"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8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each score to a percentage, capped at 99%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8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score, then alphabetically for stable order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8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high 70%+, medium 50-69%, low below 50%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8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top three with reasons, skill gaps, roadmap and projects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DATABASE, API AND TECHNOLOGIES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22960" cy="45720"/>
          </a:xfrm>
          <a:prstGeom prst="rect">
            <a:avLst/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CareerLens  |  AI Career Recommendation Platform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508760"/>
            <a:ext cx="8046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20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via built-in node:sqlite module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20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careerlens.db is created automatically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20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"assessments" stores every submission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20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student details, skills, interests, goal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20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career, match %, confidence, full result JSON, timestamp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DATABASE, API AND TECHNOLOGIES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Endpoints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22960" cy="45720"/>
          </a:xfrm>
          <a:prstGeom prst="rect">
            <a:avLst/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CareerLens  |  AI Career Recommendation Platform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80467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377440"/>
                <a:gridCol w="45720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/api/health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check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/api/careers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all supported careers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/api/recommend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profile, recommend, save (400 if invalid)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/api/assessment/:id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 saved assessment (404 if missing)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/api/analytics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Totals, top careers, branches, average 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DATABASE, API AND TECHNOLOGIES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22960" cy="45720"/>
          </a:xfrm>
          <a:prstGeom prst="rect">
            <a:avLst/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CareerLens  |  AI Career Recommendation Platform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508760"/>
            <a:ext cx="8046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20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HTML5, CSS3, JavaScript, localStorage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20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Node.js 22.5+, Express 4, CORS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20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SQLite (node:sqlite)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20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Testing: tests.js (unit), e2eTests.js (end-to-end)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20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Browsers: Chrome, Firefox, Edge, Safari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OUTPUT, TESTING AND RESULTS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CareerIQ: Profile and Readiness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22960" cy="45720"/>
          </a:xfrm>
          <a:prstGeom prst="rect">
            <a:avLst/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CareerLens  |  AI Career Recommendation Platform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417320"/>
            <a:ext cx="22860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10" name="Image 0" descr="fi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63040"/>
            <a:ext cx="2194560" cy="310896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3291840" y="1554480"/>
            <a:ext cx="5303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7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Profile form with all required fields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7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 career readiness indicator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7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Completed: 18 / 24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7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Streak: 12 days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7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saved in the browser (localStorage)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OUTPUT, TESTING AND RESULTS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CareerIQ: Recommendations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22960" cy="45720"/>
          </a:xfrm>
          <a:prstGeom prst="rect">
            <a:avLst/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CareerLens  |  AI Career Recommendation Platform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417320"/>
            <a:ext cx="23317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10" name="Image 0" descr="fig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63040"/>
            <a:ext cx="2240280" cy="310896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3337560" y="1554480"/>
            <a:ext cx="5257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7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Matches and Profile Strength cards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7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Developer 94%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7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Engineer 89%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7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84%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7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Progress bars and career roadmap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OUTPUT, TESTING AND RESULTS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CareerIQ: Opportunities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22960" cy="45720"/>
          </a:xfrm>
          <a:prstGeom prst="rect">
            <a:avLst/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CareerLens  |  AI Career Recommendation Platform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417320"/>
            <a:ext cx="30175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10" name="Image 0" descr="fig3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63040"/>
            <a:ext cx="2926080" cy="310896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023360" y="155448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7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Developer Intern: remote, beginner friendly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7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and Machine Learning: 12-week guided pathway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7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AI Portfolio: project for your profile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7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Opportunity, Start Learning, Add to Roadmap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OUTPUT, TESTING AND RESULTS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Scenarios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22960" cy="45720"/>
          </a:xfrm>
          <a:prstGeom prst="rect">
            <a:avLst/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CareerLens  |  AI Career Recommendation Platform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8046720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32918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Scenario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CSE + Python, C++ + 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Engineer (83%): 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CSE + Python, SQL + Data Science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Scientist (95%): 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ECE + Verilog + VLSI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VLSI Engineer: 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Repeated run, unknown interest, "C" vs "C++"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 and safe: 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FUTURE SCOPE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22960" cy="45720"/>
          </a:xfrm>
          <a:prstGeom prst="rect">
            <a:avLst/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CareerLens  |  AI Career Recommendation Platform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508760"/>
            <a:ext cx="8046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20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interests, skills, branch, education and goal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20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recommendations with clear reasons, skill gaps and roadmap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20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 careers, five REST endpoints and an SQLite database working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20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of 17 automated tests passed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20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Meets the goal of personalized, data-driven guidance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FUTURE SCOPE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22960" cy="45720"/>
          </a:xfrm>
          <a:prstGeom prst="rect">
            <a:avLst/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CareerLens  |  AI Career Recommendation Platform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508760"/>
            <a:ext cx="8046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20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Integration: connect CareerIQ to /api/recommend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20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Authentication: user accounts and assessment history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20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engine: more careers and goal weighting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20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Analytics: charts from /api/analytics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8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17373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CareerLens - AI Career Recommendation Platform</dc:title>
  <dc:subject>PptxGenJS Presentation</dc:subject>
  <dc:creator>PptxGenJS</dc:creator>
  <cp:lastModifiedBy>PptxGenJS</cp:lastModifiedBy>
  <cp:revision>1</cp:revision>
  <dcterms:created xsi:type="dcterms:W3CDTF">2026-10-24T04:09:55Z</dcterms:created>
  <dcterms:modified xsi:type="dcterms:W3CDTF">2026-10-24T04:09:55Z</dcterms:modified>
</cp:coreProperties>
</file>